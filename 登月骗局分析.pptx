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登月是不是假的？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0" y="731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形式化推理  ·  78 节点  ·  26 策略  ·  Junction Tree 精确推断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297680" cy="5669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595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登月是真的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先验 50% → 后验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99.9999%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804672"/>
            <a:ext cx="4297680" cy="56692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8595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登月是假的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先验 5% → 后验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554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第一条线 ▸ 六大「异常」的科学解释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01952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" y="1901952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" y="19019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🏳️ 国旗飘动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19019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Γ型支架 + 真空惯性振荡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9019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340864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2340864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23408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照片无星星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340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日照面曝光参数（~1/250s f/5.6）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3408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779776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2779776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7797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☢️ 范艾伦辐射带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2779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快速穿越 · 总剂量仅 0.18 rad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27797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218688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3218688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" y="3218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🌓 影子不平行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54480" y="32186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广角透视 + 不平月面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218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657600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228600" y="3657600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" y="3657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👣 脚印太清晰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554480" y="36576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棱角月壤颗粒互锁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36576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096512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" y="4096512"/>
            <a:ext cx="457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" y="40965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无着陆坑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40965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低推力（~1400 lbf）+ 真空扩散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0" y="40965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" y="453542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 · 科学/阴谋 belief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17720" y="1554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第二条线 ▸ 六条独立证据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1901952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4617720" y="190195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727448" y="19019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🔭 激光反射镜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19019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阿波罗部署 · 中美法意均测距成功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19019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2340864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4617720" y="2340864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4727448" y="23408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🪨 月岩样本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23408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381.7 kg · 苏联 Luna 同位素吻合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21040" y="234086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17720" y="2779776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4617720" y="2779776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727448" y="27797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🛰️ 第三方成像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43600" y="27797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 SELENE · 印度 Chandrayaan · LRO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21040" y="27797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17720" y="3218688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9" name="Shape 57"/>
          <p:cNvSpPr/>
          <p:nvPr/>
        </p:nvSpPr>
        <p:spPr>
          <a:xfrm>
            <a:off x="4617720" y="3218688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4727448" y="3218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☭ 苏联承认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0" y="3218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冷战对手独立追踪 · 从未否认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32186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617720" y="3657600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4" name="Shape 62"/>
          <p:cNvSpPr/>
          <p:nvPr/>
        </p:nvSpPr>
        <p:spPr>
          <a:xfrm>
            <a:off x="4617720" y="3657600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4727448" y="36576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规模论证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943600" y="3657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万人 · Grimes 模型 &lt; 4 年暴露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3657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617720" y="4096512"/>
            <a:ext cx="42976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9" name="Shape 67"/>
          <p:cNvSpPr/>
          <p:nvPr/>
        </p:nvSpPr>
        <p:spPr>
          <a:xfrm>
            <a:off x="4617720" y="409651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4727448" y="40965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🇨🇳 中国验证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943600" y="40965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欧阳自远背书 · 独立样本+测距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321040" y="4096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17720" y="453542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+ noisy_and 汇聚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14400" y="4526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条证据线 → 阴谋解释需同时维持 6 个独立造假 + 多国航天机构配合 + 40 万人集体沉默。交集概率趋近于零。登月的真实性不是一个观点 — 它是数学必然。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498080" y="4526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github.com/huangy22/moon-landing-hoax-gaia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推理图  Reasoning Graph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45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箭头方向 = 推理方向（前提 → 结论）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66928"/>
            <a:ext cx="5074920" cy="1965960"/>
          </a:xfrm>
          <a:prstGeom prst="rect">
            <a:avLst/>
          </a:prstGeom>
          <a:solidFill>
            <a:srgbClr val="111D33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576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阴谋论击破 Conspiracy Debunked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旗帜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0.95→1.00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6459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0.05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6459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支架+惯性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3949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星星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0.95→1.00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8755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0.05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09728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8755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曝光参数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36245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245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6245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051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辐射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0.99→1.00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81051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4708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0.02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92024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81051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4708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0.18rad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18541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8541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8541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3347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004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影子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0.90→1.00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63347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004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0.03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274320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63347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004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透视效应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300837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0837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0837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9300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脚印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0.95→1.00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45643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9300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0.05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56616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5643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9300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月壤互锁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83133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3133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3133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79392" y="804672"/>
            <a:ext cx="749808" cy="329184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15968" y="80467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坑洞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0.95→1.00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279392" y="1170432"/>
            <a:ext cx="749808" cy="230429"/>
          </a:xfrm>
          <a:prstGeom prst="rect">
            <a:avLst/>
          </a:prstGeom>
          <a:solidFill>
            <a:srgbClr val="4A1C1C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5968" y="1170432"/>
            <a:ext cx="67665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阴谋: 0.03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389120" y="1572768"/>
            <a:ext cx="530352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572768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279392" y="1865376"/>
            <a:ext cx="749808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15968" y="18653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低推力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654296" y="1133856"/>
            <a:ext cx="0" cy="43891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54296" y="1400861"/>
            <a:ext cx="0" cy="17190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54296" y="1792224"/>
            <a:ext cx="0" cy="7315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0" y="2633472"/>
            <a:ext cx="2468880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71600" y="26334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noisy_and  (6 个科学解释 → 聚合)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39496" y="2095805"/>
            <a:ext cx="2066544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62456" y="2095805"/>
            <a:ext cx="1243584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85416" y="2095805"/>
            <a:ext cx="420624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08376" y="2095805"/>
            <a:ext cx="-402336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31336" y="2095805"/>
            <a:ext cx="-1225296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54296" y="2095805"/>
            <a:ext cx="-2048256" cy="537667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88720" y="2944368"/>
            <a:ext cx="2834640" cy="329184"/>
          </a:xfrm>
          <a:prstGeom prst="rect">
            <a:avLst/>
          </a:prstGeom>
          <a:solidFill>
            <a:srgbClr val="1C3A1C"/>
          </a:solidFill>
          <a:ln w="15240">
            <a:solidFill>
              <a:srgbClr val="44BB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25296" y="2944368"/>
            <a:ext cx="2761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所有异常已解释  belief=1.00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606040" y="2852928"/>
            <a:ext cx="0" cy="9144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45920" y="3364992"/>
            <a:ext cx="1645920" cy="219456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645920" y="33649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noisy_and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606040" y="3273552"/>
            <a:ext cx="-137160" cy="9144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57800" y="566928"/>
            <a:ext cx="3794760" cy="1965960"/>
          </a:xfrm>
          <a:prstGeom prst="rect">
            <a:avLst/>
          </a:prstGeom>
          <a:solidFill>
            <a:srgbClr val="112211"/>
          </a:solidFill>
          <a:ln w="6350">
            <a:solidFill>
              <a:srgbClr val="2A4A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03520" y="576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独立证据 Independent Evidence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349240" y="841248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85816" y="8412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激光反射镜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0.99→1.00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907024" y="1225296"/>
            <a:ext cx="1271016" cy="1380744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56248" y="841248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92824" y="8412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月岩 381.7kg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0.99→1.00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114032" y="1225296"/>
            <a:ext cx="64008" cy="1380744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763256" y="841248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99832" y="8412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轨道成像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0.97→1.00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8321040" y="1225296"/>
            <a:ext cx="-1143000" cy="1380744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49240" y="1728216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85816" y="1728216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☭ 苏联承认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0.97→1.00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5907024" y="2112264"/>
            <a:ext cx="1271016" cy="493776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56248" y="1728216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92824" y="1728216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规模论证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0.99→1.00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7114032" y="2112264"/>
            <a:ext cx="64008" cy="493776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63256" y="1728216"/>
            <a:ext cx="1115568" cy="384048"/>
          </a:xfrm>
          <a:prstGeom prst="rect">
            <a:avLst/>
          </a:prstGeom>
          <a:solidFill>
            <a:srgbClr val="1E3A5F"/>
          </a:solidFill>
          <a:ln w="15240">
            <a:solidFill>
              <a:srgbClr val="4488B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99832" y="1728216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中国验证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0.98→1.00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8321040" y="2112264"/>
            <a:ext cx="-1143000" cy="493776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35040" y="2606040"/>
            <a:ext cx="2286000" cy="256032"/>
          </a:xfrm>
          <a:prstGeom prst="ellipse">
            <a:avLst/>
          </a:prstGeom>
          <a:solidFill>
            <a:srgbClr val="2D2A4A"/>
          </a:solidFill>
          <a:ln w="12700">
            <a:solidFill>
              <a:srgbClr val="7C6FC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035040" y="2606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+ noisy_and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7178040" y="2862072"/>
            <a:ext cx="-777240" cy="1179576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828800" y="4160520"/>
            <a:ext cx="2743200" cy="411480"/>
          </a:xfrm>
          <a:prstGeom prst="rect">
            <a:avLst/>
          </a:prstGeom>
          <a:solidFill>
            <a:srgbClr val="1A4A2A"/>
          </a:solidFill>
          <a:ln w="15240">
            <a:solidFill>
              <a:srgbClr val="28A74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865376" y="416052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登月是真的  (0.50 → 1.00)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2468880" y="3584448"/>
            <a:ext cx="731520" cy="576072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00800" y="4041648"/>
            <a:ext cx="-1828800" cy="32004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86400" y="4160520"/>
            <a:ext cx="2560320" cy="411480"/>
          </a:xfrm>
          <a:prstGeom prst="rect">
            <a:avLst/>
          </a:prstGeom>
          <a:solidFill>
            <a:srgbClr val="2A1111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22976" y="416052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登月是假的  (0.05 → 0.0001)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709160" y="4233672"/>
            <a:ext cx="640080" cy="274320"/>
          </a:xfrm>
          <a:prstGeom prst="ellipse">
            <a:avLst/>
          </a:prstGeom>
          <a:solidFill>
            <a:srgbClr val="4A3A1A"/>
          </a:solidFill>
          <a:ln w="12700">
            <a:solidFill>
              <a:srgbClr val="D4A03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09160" y="4233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4572000" y="4361688"/>
            <a:ext cx="137160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4361688"/>
            <a:ext cx="137160" cy="0"/>
          </a:xfrm>
          <a:prstGeom prst="line">
            <a:avLst/>
          </a:prstGeom>
          <a:noFill/>
          <a:ln w="10160">
            <a:solidFill>
              <a:srgbClr val="4A6A8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74320" y="4709160"/>
            <a:ext cx="201168" cy="164592"/>
          </a:xfrm>
          <a:prstGeom prst="rect">
            <a:avLst/>
          </a:prstGeom>
          <a:solidFill>
            <a:srgbClr val="1E3A5F"/>
          </a:solidFill>
          <a:ln w="10160">
            <a:solidFill>
              <a:srgbClr val="4488B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206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 premise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783080" y="4709160"/>
            <a:ext cx="201168" cy="164592"/>
          </a:xfrm>
          <a:prstGeom prst="rect">
            <a:avLst/>
          </a:prstGeom>
          <a:solidFill>
            <a:srgbClr val="4A1C1C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02082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阴谋替代 alt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291840" y="4709160"/>
            <a:ext cx="201168" cy="164592"/>
          </a:xfrm>
          <a:prstGeom prst="rect">
            <a:avLst/>
          </a:prstGeom>
          <a:solidFill>
            <a:srgbClr val="1C3A1C"/>
          </a:solidFill>
          <a:ln w="10160">
            <a:solidFill>
              <a:srgbClr val="44BB4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52958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推导节点 derived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4800600" y="4709160"/>
            <a:ext cx="201168" cy="164592"/>
          </a:xfrm>
          <a:prstGeom prst="rect">
            <a:avLst/>
          </a:prstGeom>
          <a:solidFill>
            <a:srgbClr val="1A4A2A"/>
          </a:solidFill>
          <a:ln w="10160">
            <a:solidFill>
              <a:srgbClr val="28A74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3834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最终结论 exported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6309360" y="4709160"/>
            <a:ext cx="201168" cy="164592"/>
          </a:xfrm>
          <a:prstGeom prst="rect">
            <a:avLst/>
          </a:prstGeom>
          <a:solidFill>
            <a:srgbClr val="2D2A4A"/>
          </a:solidFill>
          <a:ln w="10160">
            <a:solidFill>
              <a:srgbClr val="7C6FC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4710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推理策略 strategy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7818120" y="4709160"/>
            <a:ext cx="201168" cy="164592"/>
          </a:xfrm>
          <a:prstGeom prst="rect">
            <a:avLst/>
          </a:prstGeom>
          <a:solidFill>
            <a:srgbClr val="4A3A1A"/>
          </a:solidFill>
          <a:ln w="10160">
            <a:solidFill>
              <a:srgbClr val="D4A03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055864" y="4690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逻辑算子 operator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登月是不是假的？— Gaia 形式化推理分析</dc:title>
  <dc:subject>PptxGenJS Presentation</dc:subject>
  <dc:creator>PptxGenJS</dc:creator>
  <cp:lastModifiedBy>PptxGenJS</cp:lastModifiedBy>
  <cp:revision>1</cp:revision>
  <dcterms:created xsi:type="dcterms:W3CDTF">2026-05-06T15:21:50Z</dcterms:created>
  <dcterms:modified xsi:type="dcterms:W3CDTF">2026-05-06T15:21:50Z</dcterms:modified>
</cp:coreProperties>
</file>